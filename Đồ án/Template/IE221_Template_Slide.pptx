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62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60" autoAdjust="0"/>
    <p:restoredTop sz="94660"/>
  </p:normalViewPr>
  <p:slideViewPr>
    <p:cSldViewPr snapToGrid="0">
      <p:cViewPr>
        <p:scale>
          <a:sx n="66" d="100"/>
          <a:sy n="66" d="100"/>
        </p:scale>
        <p:origin x="364" y="3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17F56-AA68-4790-9DD5-3FB1E7CEE6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218CE9-D28A-4643-B1E6-9D22B3A770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DCD89-83D6-440C-87C2-290B44BA9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3D36A-4129-4868-A654-22E0AC15B4DF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3C8B6-8ABB-4ED0-A214-7437F1CCD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9B2E8D-5177-41B6-97F6-80990B274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E46-489F-4DCD-95CA-086B72C58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259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E76A9-54C9-4488-9D4E-7A147FA63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7AC04C-743C-4B07-9C65-32E186BD69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71E58F-B7C6-447E-98A6-AFE9A1A49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3D36A-4129-4868-A654-22E0AC15B4DF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98E662-7B23-42F3-B55E-98095C9E4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D8C440-CB0A-4340-943D-45C7BFE93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E46-489F-4DCD-95CA-086B72C58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72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CC41B-902E-4644-905C-0D03C3D07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2A9DD7-CDC0-4298-A435-B7991E2754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29E53-A4E4-4633-BA77-3209159FC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3D36A-4129-4868-A654-22E0AC15B4DF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886A2D-16C2-439F-9120-DEB0CC088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E64366-2E6B-4253-8C56-84F76D4D6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E46-489F-4DCD-95CA-086B72C58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803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F87B1-3DA5-408F-A266-C776F1AAA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37050-A1DE-4805-B79A-58397F5B00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07B4EC-4D51-465A-9EA9-13FDFCBAF8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4A1323-4C1C-4273-AE7B-0F2CEAFCA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3D36A-4129-4868-A654-22E0AC15B4DF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453CBC-2AF5-4885-9739-BD6FD09D6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A99CED-E3CC-4B9A-8A36-D027D97C7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E46-489F-4DCD-95CA-086B72C58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71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88CD3-EF27-4782-AA7A-374914383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C1D37C-AA1D-47C0-B4DE-B5DCD389BB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5106E7-BFE5-4427-9479-F273A5814C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52E352-64FE-474B-88C1-1A2B4FC0A5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1EF552-D660-4FAF-A4D6-82343EB479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E9D337-E5A3-47FB-BB05-194A4E3DD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3D36A-4129-4868-A654-22E0AC15B4DF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40CBE1-D6BE-43DF-9874-3934132F5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7AB2A7-765A-4E19-937A-175ACC75B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E46-489F-4DCD-95CA-086B72C58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560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CAB5D-FE33-4861-B379-8A848E675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9FCBBA-F703-4DDB-9696-D72BCE09D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3D36A-4129-4868-A654-22E0AC15B4DF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A833E2-39B3-4536-BB66-F136479E3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6852AE-88C9-41A7-B4B0-C2D6619C3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E46-489F-4DCD-95CA-086B72C58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410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1CC0CE-0757-4ADE-92D5-01BAFFF0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3D36A-4129-4868-A654-22E0AC15B4DF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8F6219-283C-4D95-BBDC-ED89359D7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6BA51E-48BC-4F0A-8482-F75839486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E46-489F-4DCD-95CA-086B72C58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487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41811-ECAE-40EE-AD6E-40AE2672F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D936B-927A-4237-AC44-A63D0B1B4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EC2B17-998E-4050-A42F-FB49BC64AD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52C428-BF9C-49C9-9218-0DBF16864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3D36A-4129-4868-A654-22E0AC15B4DF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D68147-D486-4004-B676-0973304A3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FBCF51-AFC4-49CF-846C-9925DBCF5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E46-489F-4DCD-95CA-086B72C58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897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9793D-C0CB-4C70-B3BC-40241DABC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CE389E-9505-42B1-8CA3-4A337BFFF4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BA129E-BB70-4465-8558-2753CA7EF5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7B5D34-FAD3-4FE8-B33D-0B0ECA3E1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3D36A-4129-4868-A654-22E0AC15B4DF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11FD84-E0AA-43C5-A37F-702AB1E87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D2FB1B-F2B1-4467-B325-032DD4D2A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E46-489F-4DCD-95CA-086B72C58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059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0EF16-81F4-4A45-AFF7-20CF9A8DA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1A5CE4-46F9-40D0-A49B-0623E799D9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49F1CF-387B-48DB-9646-9A95A9344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3D36A-4129-4868-A654-22E0AC15B4DF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97396A-50DB-4715-AB2E-1E05DC188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25442-2C3D-443F-846A-BC7C4F52B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E46-489F-4DCD-95CA-086B72C58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912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19CCD1-B921-4038-9FD3-622F5E36C9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99AA10-56CA-4867-A0C7-E1F1F4CC4D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BD215-DC66-4A96-A261-382E9993F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3D36A-4129-4868-A654-22E0AC15B4DF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BC841-103E-41CF-B2B9-CF069B5E2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1F941-EFE5-4989-A665-A135073CA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E46-489F-4DCD-95CA-086B72C58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798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6CDEA5-CD02-4C6C-BDB8-9A181AFED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55A557-6E36-44ED-8F42-AB1E485FB7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80FA8-87E4-45CE-8551-7B89381862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93D36A-4129-4868-A654-22E0AC15B4DF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85820D-DB16-4293-A4A1-7FF49C09D9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733FEA-12E4-43DE-AC19-663D6EC263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FFBE46-489F-4DCD-95CA-086B72C58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979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BA13C-20FC-4946-BEB8-0D9E744A6E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t">
            <a:normAutofit/>
          </a:bodyPr>
          <a:lstStyle/>
          <a:p>
            <a:r>
              <a:rPr lang="en-US" sz="4000">
                <a:latin typeface="Arial" panose="020B0604020202020204" pitchFamily="34" charset="0"/>
                <a:cs typeface="Arial" panose="020B0604020202020204" pitchFamily="34" charset="0"/>
              </a:rPr>
              <a:t>TR</a:t>
            </a:r>
            <a:r>
              <a:rPr lang="vi-VN" sz="400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4000">
                <a:latin typeface="Arial" panose="020B0604020202020204" pitchFamily="34" charset="0"/>
                <a:cs typeface="Arial" panose="020B0604020202020204" pitchFamily="34" charset="0"/>
              </a:rPr>
              <a:t>ỜNG ĐẠI HỌC CNTT</a:t>
            </a:r>
            <a:br>
              <a:rPr lang="en-US" sz="40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>
                <a:latin typeface="Arial" panose="020B0604020202020204" pitchFamily="34" charset="0"/>
                <a:cs typeface="Arial" panose="020B0604020202020204" pitchFamily="34" charset="0"/>
              </a:rPr>
              <a:t>KHOA …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EA682F-425F-4E59-A47C-72FE326897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70819" y="4853318"/>
            <a:ext cx="4267200" cy="1655762"/>
          </a:xfrm>
        </p:spPr>
        <p:txBody>
          <a:bodyPr/>
          <a:lstStyle/>
          <a:p>
            <a:pPr algn="l"/>
            <a:r>
              <a:rPr lang="en-US"/>
              <a:t>Nhóm #12:</a:t>
            </a:r>
          </a:p>
          <a:p>
            <a:pPr algn="l"/>
            <a:r>
              <a:rPr lang="en-US"/>
              <a:t>	1. Full name</a:t>
            </a:r>
          </a:p>
          <a:p>
            <a:pPr algn="l"/>
            <a:r>
              <a:rPr lang="en-US"/>
              <a:t>	2. Full name 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2D2EC86-45F4-4831-B816-03E54AFB3F17}"/>
              </a:ext>
            </a:extLst>
          </p:cNvPr>
          <p:cNvSpPr txBox="1">
            <a:spLocks/>
          </p:cNvSpPr>
          <p:nvPr/>
        </p:nvSpPr>
        <p:spPr>
          <a:xfrm>
            <a:off x="1524000" y="2933445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5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 DỤNG … XÂY DỰNG HỆ THỐNG QUẢN LÝ 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989062-54BA-00AB-97C4-E86C384BD747}"/>
              </a:ext>
            </a:extLst>
          </p:cNvPr>
          <p:cNvSpPr txBox="1"/>
          <p:nvPr/>
        </p:nvSpPr>
        <p:spPr>
          <a:xfrm>
            <a:off x="1219199" y="5273972"/>
            <a:ext cx="3198248" cy="1446550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2200" b="1">
                <a:solidFill>
                  <a:srgbClr val="FF0000"/>
                </a:solidFill>
              </a:rPr>
              <a:t>Chú ý: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>
                <a:solidFill>
                  <a:srgbClr val="FF0000"/>
                </a:solidFill>
              </a:rPr>
              <a:t>Tùy chỉnh theo sở thích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>
                <a:solidFill>
                  <a:srgbClr val="FF0000"/>
                </a:solidFill>
              </a:rPr>
              <a:t>Thiết kế hiệu ứng đẹp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>
                <a:solidFill>
                  <a:srgbClr val="FF0000"/>
                </a:solidFill>
              </a:rPr>
              <a:t>Không ghi GVHD</a:t>
            </a:r>
            <a:endParaRPr lang="vi-VN" sz="22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5706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2DCA-CF88-4A15-C12D-B992623AE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Giới thiệu thành viên (Không bắt buộc)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C4747-723B-6275-A90A-085C4E2634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8F78EC4-C8F0-E14D-5C65-13B0692F8A11}"/>
              </a:ext>
            </a:extLst>
          </p:cNvPr>
          <p:cNvSpPr/>
          <p:nvPr/>
        </p:nvSpPr>
        <p:spPr>
          <a:xfrm>
            <a:off x="1849821" y="2764221"/>
            <a:ext cx="1650124" cy="207053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HÌNH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1AF1D6C-A090-DE0F-98E7-B1E0859B263B}"/>
              </a:ext>
            </a:extLst>
          </p:cNvPr>
          <p:cNvSpPr/>
          <p:nvPr/>
        </p:nvSpPr>
        <p:spPr>
          <a:xfrm>
            <a:off x="5186855" y="2764220"/>
            <a:ext cx="1650124" cy="207053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HÌNH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2F2650B-4DB5-EBE7-80CF-C6610E534CA4}"/>
              </a:ext>
            </a:extLst>
          </p:cNvPr>
          <p:cNvSpPr/>
          <p:nvPr/>
        </p:nvSpPr>
        <p:spPr>
          <a:xfrm>
            <a:off x="8692055" y="2764219"/>
            <a:ext cx="1650124" cy="207053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HÌNH</a:t>
            </a:r>
          </a:p>
        </p:txBody>
      </p:sp>
    </p:spTree>
    <p:extLst>
      <p:ext uri="{BB962C8B-B14F-4D97-AF65-F5344CB8AC3E}">
        <p14:creationId xmlns:p14="http://schemas.microsoft.com/office/powerpoint/2010/main" val="2465808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3D8A9-064F-4F6E-B75E-2EC7F821E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NỘI DUNG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28B92-6FD7-4432-8150-75196CD07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/>
              <a:t>Giới thiệu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Mô tả CSDL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….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….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Kết quả/Kết luận</a:t>
            </a:r>
          </a:p>
        </p:txBody>
      </p:sp>
    </p:spTree>
    <p:extLst>
      <p:ext uri="{BB962C8B-B14F-4D97-AF65-F5344CB8AC3E}">
        <p14:creationId xmlns:p14="http://schemas.microsoft.com/office/powerpoint/2010/main" val="2029949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627F3-3CD5-440C-AB2A-D214803D0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Giới thiệu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648B8-2155-468C-B7F8-D51EB73EA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01 silde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957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627F3-3CD5-440C-AB2A-D214803D0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Nội dung #2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648B8-2155-468C-B7F8-D51EB73EA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Ko quá 10 sildes</a:t>
            </a:r>
          </a:p>
          <a:p>
            <a:r>
              <a:rPr lang="en-US"/>
              <a:t>Cơ sở dữ liệu</a:t>
            </a:r>
          </a:p>
          <a:p>
            <a:r>
              <a:rPr lang="en-US"/>
              <a:t>Kiến trúc hệ thống</a:t>
            </a:r>
          </a:p>
          <a:p>
            <a:r>
              <a:rPr lang="en-US"/>
              <a:t>Giới thiệu các chức năng hài lòn</a:t>
            </a:r>
            <a:r>
              <a:rPr lang="en-US" u="sng"/>
              <a:t>g</a:t>
            </a:r>
            <a:r>
              <a:rPr lang="en-US"/>
              <a:t> nhất đã xây dựng</a:t>
            </a:r>
          </a:p>
        </p:txBody>
      </p:sp>
    </p:spTree>
    <p:extLst>
      <p:ext uri="{BB962C8B-B14F-4D97-AF65-F5344CB8AC3E}">
        <p14:creationId xmlns:p14="http://schemas.microsoft.com/office/powerpoint/2010/main" val="2336320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16F7C-5726-4E4B-AC89-372198712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Kết quả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CFCFE-AF90-4383-A48A-381AEDAC8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1-2 slide</a:t>
            </a:r>
          </a:p>
          <a:p>
            <a:r>
              <a:rPr lang="en-US"/>
              <a:t>Tóm tắt kết quả đạt đ</a:t>
            </a:r>
            <a:r>
              <a:rPr lang="vi-VN"/>
              <a:t>ư</a:t>
            </a:r>
            <a:r>
              <a:rPr lang="en-US"/>
              <a:t>ợc</a:t>
            </a:r>
          </a:p>
          <a:p>
            <a:r>
              <a:rPr lang="en-US"/>
              <a:t>Hạn chế nếu có (ch</a:t>
            </a:r>
            <a:r>
              <a:rPr lang="vi-VN"/>
              <a:t>ư</a:t>
            </a:r>
            <a:r>
              <a:rPr lang="en-US"/>
              <a:t>a làm đ</a:t>
            </a:r>
            <a:r>
              <a:rPr lang="vi-VN"/>
              <a:t>ư</a:t>
            </a:r>
            <a:r>
              <a:rPr lang="en-US"/>
              <a:t>ợc)</a:t>
            </a:r>
          </a:p>
        </p:txBody>
      </p:sp>
    </p:spTree>
    <p:extLst>
      <p:ext uri="{BB962C8B-B14F-4D97-AF65-F5344CB8AC3E}">
        <p14:creationId xmlns:p14="http://schemas.microsoft.com/office/powerpoint/2010/main" val="4178893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48E9D-0887-4B07-BAC6-875745968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5CA07-8962-4F04-A821-483FE1179F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4500"/>
              <a:t>THUYẾT TRÌNH: 8 phút</a:t>
            </a:r>
          </a:p>
          <a:p>
            <a:pPr marL="0" indent="0" algn="ctr">
              <a:buNone/>
            </a:pPr>
            <a:r>
              <a:rPr lang="en-US" sz="4500"/>
              <a:t>DEMO: 8 phút</a:t>
            </a:r>
          </a:p>
        </p:txBody>
      </p:sp>
    </p:spTree>
    <p:extLst>
      <p:ext uri="{BB962C8B-B14F-4D97-AF65-F5344CB8AC3E}">
        <p14:creationId xmlns:p14="http://schemas.microsoft.com/office/powerpoint/2010/main" val="9962129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DBA54-9739-4AD5-BC58-14912BF8F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D11E2B-C9E9-491E-BCE6-BE7BD48FC2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600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4279941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404</TotalTime>
  <Words>149</Words>
  <Application>Microsoft Office PowerPoint</Application>
  <PresentationFormat>Widescreen</PresentationFormat>
  <Paragraphs>34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TRƯỜNG ĐẠI HỌC CNTT KHOA …</vt:lpstr>
      <vt:lpstr>Giới thiệu thành viên (Không bắt buộc)</vt:lpstr>
      <vt:lpstr>NỘI DUNG</vt:lpstr>
      <vt:lpstr>1. Giới thiệu</vt:lpstr>
      <vt:lpstr>2. Nội dung #2</vt:lpstr>
      <vt:lpstr>3. Kết quả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TRƯỜNG ĐẠI HỌC QUỐC THẾ HỒNG BÀNG KHOA CÔNG NGHỆ THÔNG TIN</dc:title>
  <dc:creator>Phạm Thế Sơn</dc:creator>
  <cp:lastModifiedBy>Phạm Sơn</cp:lastModifiedBy>
  <cp:revision>19</cp:revision>
  <dcterms:created xsi:type="dcterms:W3CDTF">2019-05-29T02:00:47Z</dcterms:created>
  <dcterms:modified xsi:type="dcterms:W3CDTF">2025-11-26T08:27:24Z</dcterms:modified>
</cp:coreProperties>
</file>